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CHS7006  ·  신인류 AI 사피엔스 경험디자인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오늘마감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오늘과 이번 주 마감만 본다.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이재훈  2021314509  ·  oneulmagam.vercel.app  ·  5분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매일 들어가도, 가끔 놓친다.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흩어짐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· 강의 · 시험 · 퀴즈가 과목마다, 메뉴마다 따로 있다.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부정확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 시각이 마감처럼 보이거나, 일정이 비었다가 한꺼번에 쌓인다.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불안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12480" y="32918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매일 아이캠퍼스를 연다. 그래도 학점에 손해를 본다.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페르소나 하나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여러 명이 나오면 문제가 덜 뾰족한 것이다.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4297680"/>
          </a:xfrm>
          <a:prstGeom prst="roundRect">
            <a:avLst>
              <a:gd name="adj" fmla="val 1702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29968"/>
            <a:ext cx="201168" cy="201168"/>
          </a:xfrm>
          <a:prstGeom prst="ellipse">
            <a:avLst/>
          </a:prstGeom>
          <a:solidFill>
            <a:srgbClr val="2C5A4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5~7과목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0" y="19202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학기에 듣는 과목이 많아서 일정이 한 화면에 안 모인다.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944368"/>
            <a:ext cx="201168" cy="201168"/>
          </a:xfrm>
          <a:prstGeom prst="ellipse">
            <a:avLst/>
          </a:prstGeom>
          <a:solidFill>
            <a:srgbClr val="2C5A4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매일 확인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0" y="2834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불안해서 아이캠퍼스를 습관처럼 연다.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3858768"/>
            <a:ext cx="201168" cy="201168"/>
          </a:xfrm>
          <a:prstGeom prst="ellipse">
            <a:avLst/>
          </a:prstGeom>
          <a:solidFill>
            <a:srgbClr val="2C5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학점이 걸린다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89120" y="3749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마감을 놓치면 점수가 깎인다고 강하게 느낀다.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4773168"/>
            <a:ext cx="201168" cy="201168"/>
          </a:xfrm>
          <a:prstGeom prst="ellipse">
            <a:avLst/>
          </a:prstGeom>
          <a:solidFill>
            <a:srgbClr val="B4451B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663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 시간은 싫다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46634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캘린더 앱을 또 키고 알림을 설정하고 싶지 않다.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가설 하나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· 이번 주 마감만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화면에서 볼 수 있으면,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매일 아이캠퍼스 전체를 훑지 않아도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마감을 놓치지 않을 것이다.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9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알림은 다음 바퀴다. 한 문장에 검증을 두 개 넣지 않는다.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As-Is  →  To-Be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행동이 바뀌어야 가설이 산다.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매일 아이캠퍼스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과목별로 과제·강의·시험을 훑는다.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공지가 마감처럼 보이면 다시 확인한다.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그래도 가끔 놓친다.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아침 30초, 오늘 두 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29400" y="288036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오늘마감만 보고 할 일을 고른다.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아이캠퍼스는 새 일정을 넣을 때만 연다.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마감이 없으면 안 들어가도 된다고 말한다.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스케이트보드 하나. 웹 주소 하나.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/ 이번 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학기 캘린더는 만들지 않았다. 매일 확인하는 습관을 복제하지 않기 위해서다.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5087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넣기 + 피드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20840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스크래핑은 하지 않는다. 캘린더 피드나 CSV만 가져온다.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완료하면 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남은 마감이 0이면, 아이캠퍼스에 안 들어가도 된다고 말한다.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3840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링크를 보낸다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 대신 share_click. 같은 과 친구가 이 화면을 쓰는지가 KPI다.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설문하지 않는다. 행동을 센다.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 마감 놓침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20440" y="15544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0332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아이캠퍼스 주간 접속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today_cleared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아침 확인 후 오늘을 비움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81160" y="15544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6404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share_click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6404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링크를 복사해 보낸 횟수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기록은 오늘마감_KPI.xlsx · 사이트에서 KPI 내려받기 · 이후 Supabase / GA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바퀴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주를 써 보고, 틀린 곳을 고친다.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834640" y="1828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보기 + 피드 가져오기. 가설 1을 검증한다.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그다음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34640" y="30632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화면이 아침 확인을 바꾸면, 그때 알림을 붙인다.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 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34640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Supabase에 이벤트가 쌓이고, GA에서 방문이 잡히면 반복한다.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oneulmagam.vercel.app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오늘마감</dc:title>
  <dc:subject>CHS7006 기말 5분 발표</dc:subject>
  <dc:creator>이재훈</dc:creator>
  <cp:lastModifiedBy>이재훈</cp:lastModifiedBy>
  <cp:revision>1</cp:revision>
  <dcterms:created xsi:type="dcterms:W3CDTF">2026-08-16T22:43:30Z</dcterms:created>
  <dcterms:modified xsi:type="dcterms:W3CDTF">2026-08-16T22:43:30Z</dcterms:modified>
</cp:coreProperties>
</file>