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0:00~0:20. 안녕하세요, 오늘마감입니다. 아이캠퍼스를 매일 들어가지 않아도 마감을 놓치지 않게 하는 스케이트보드 MVP입니다. 지금부터 문제, 고객, 시나리오, As-Is To-Be, 솔루션, KPI, 그리고 한 번 고친 결과까지 다섯 분에 맞춰 보여드리겠습니다.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0:20~0:50. 문제는 아이캠퍼스에 마감이 흩어지고 가끔 부정확하다는 것입니다. 학생은 불안해서 매일 들어갑니다. 그런데도 가끔 마감을 놓치고 학점에 손해를 봅니다. 기능이 부족한 게 아니라, 매일 전체를 훑어야 하는 구조가 문제입니다.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0:50~1:15. 고객은 한 명으로 잡았습니다. 한 학기 5에서 7과목을 듣는 학부생. 아이캠퍼스를 매일 확인하고, 마감 놓침을 학점 손실로 느끼고, 일정 관리에 시간을 쓰기 싫어하는 사람입니다. 페르소나를 여러 명으로 나누지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1:15~1:40. 쓰는 상황은 거창하지 않습니다. 아침이거나 수업과 수업 사이입니다. 오늘마감을 열어 오늘과 이번 주만 보고, 지금 할 일 하나만 고릅니다. 아이캠퍼스 전체를 훑지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1:40~2:05. 쓰기 전후입니다. 지금은 매일 아이캠퍼스를 과목별로 훑고도 놓칩니다. 쓰고 나면 아침 30초에 오늘 할 일만 보고, 아이캠퍼스는 새 일정이 생길 때만 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2:05~3:20. 여기서 화면을 전환합니다. 오늘마감 사이트를 엽니다. 오늘과 이번 주 탭, 일정 넣기, 아이캠퍼스에서 가져오기, 완료하면 빈 화면이 되는 것, 링크 복사까지 보여 줍니다. 알림과 학기 캘린더와 비밀번호 로그인은 일부러 안 만들었습니다.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3:20~4:15. KPI는 설문조사가 아닙니다. 일주일에 마감을 몇 번 놓쳤는지, 아이캠퍼스를 몇 번 열었는지, 오늘 할 일을 비웠는지, 링크를 보냈는지를 셉니다. 여기서 Supabase 표나 엑셀 이벤트로그를 보여 줍니다. 지금 쌓인 것은 사이트 사용 기록입니다. 일지 노란 칸은 앞으로 일주일 직접 적는 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4:15~5:00. 한 번 만들고 끝내지 않았습니다. 처음 가설에는 알림이 들어 있었습니다. 검증이 두 개가 되어 알림을 뺐습니다. 아이캠퍼스 비밀번호 스크래핑 대신 공식 피드만 받도록 바꿨습니다. 설문 대신 행동 로그를 붙였습니다. 다음 바퀴는 일주일 일지를 채운 뒤입니다. 이상입니다.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41732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CHS7006  기말 프로젝트  ·  5분 영상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874520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오늘마감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6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오늘과 이번 주 마감만 본다.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9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이재훈  2021314509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A898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oneulmagam.vercel.app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4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1  ·  문제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매일 들어가도, 가끔 놓친다.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흩어짐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과제 · 강의 · 퀴즈 · 시험이 과목마다, 메뉴마다 따로 있다.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0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6344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344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부정확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63440" y="30175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 시각이 마감처럼 보이거나, 빈 날이 있다가 한꺼번에 쌓인다.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1554480"/>
            <a:ext cx="3566160" cy="4297680"/>
          </a:xfrm>
          <a:prstGeom prst="roundRect">
            <a:avLst>
              <a:gd name="adj" fmla="val 2051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12480" y="2331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손해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412480" y="301752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그래서 불안해서 매일 확인한다. 그래도 학점에 손해를 본다.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오늘마감  ·  oneulmagam.vercel.app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2416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4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2  ·  고객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페르소나는 한 명이다.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명이 나오면 문제가 덜 뾰족한 것이다.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0972800" cy="4160520"/>
          </a:xfrm>
          <a:prstGeom prst="roundRect">
            <a:avLst>
              <a:gd name="adj" fmla="val 1758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203704"/>
            <a:ext cx="201168" cy="201168"/>
          </a:xfrm>
          <a:prstGeom prst="ellipse">
            <a:avLst/>
          </a:prstGeom>
          <a:solidFill>
            <a:srgbClr val="2C5A4A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057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5~7과목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0" y="205740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학기 과목이 많아서 일정이 한 화면에 안 모인다.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60120" y="3136392"/>
            <a:ext cx="201168" cy="201168"/>
          </a:xfrm>
          <a:prstGeom prst="ellipse">
            <a:avLst/>
          </a:prstGeom>
          <a:solidFill>
            <a:srgbClr val="2C5A4A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9900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매일 확인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572000" y="299008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불안해서 아이캠퍼스를 습관처럼 연다.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4069080"/>
            <a:ext cx="201168" cy="201168"/>
          </a:xfrm>
          <a:prstGeom prst="ellipse">
            <a:avLst/>
          </a:prstGeom>
          <a:solidFill>
            <a:srgbClr val="2C5A4A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92277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학점이 걸린다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572000" y="3922776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마감을 놓치면 점수가 깎인다고 강하게 느낀다.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5001768"/>
            <a:ext cx="201168" cy="201168"/>
          </a:xfrm>
          <a:prstGeom prst="ellipse">
            <a:avLst/>
          </a:prstGeom>
          <a:solidFill>
            <a:srgbClr val="B4451B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48554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관리 시간은 싫다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0" y="485546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캘린더 앱을 또 키고 알림을 설정하고 싶지 않다.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오늘마감  ·  oneulmagam.vercel.app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2416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4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3  ·  시나리오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수업 사이, 30초.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아침 또는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수업 사이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7947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가방을 내려놓고 폰을 연다.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20440" y="1600200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749040" y="23774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오늘마감만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본다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749040" y="37947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두 개, 이번 주 네 개.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1600200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29400" y="23774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하나만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고른다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629400" y="37947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 할 과제를 고르고 닫는다.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281160" y="1600200"/>
            <a:ext cx="2743200" cy="425196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509760" y="18288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아이캠은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나중에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509760" y="379476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새 일정을 넣을 때만 다시 연다.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오늘마감  ·  oneulmagam.vercel.app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42416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4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4  ·  As-Is  /  To-Be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행동이 바뀌어야 가설이 산다.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309360" y="1554480"/>
            <a:ext cx="5257800" cy="4343400"/>
          </a:xfrm>
          <a:prstGeom prst="roundRect">
            <a:avLst>
              <a:gd name="adj" fmla="val 1684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매일 아이캠퍼스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8803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과목별로 과제·강의·시험을 훑는다.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공지가 마감처럼 보이면 다시 확인한다.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그래도 가끔 놓친다.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1783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아침 30초, 오늘 두 개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83680" y="28803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오늘마감만 보고 할 일을 고른다.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아이캠퍼스는 새 일정을 넣을 때만 연다.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마감이 없으면 안 들어가도 된다고 듣는다.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오늘마감  ·  oneulmagam.vercel.app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42416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4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5  ·  솔루션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스케이트보드 하나. 웹 주소 하나.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4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oneulmagam.vercel.app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532120" cy="1920240"/>
          </a:xfrm>
          <a:prstGeom prst="roundRect">
            <a:avLst>
              <a:gd name="adj" fmla="val 3810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0391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오늘 / 이번 주만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253288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학기 캘린더는 없다. 매일 확인하는 습관을 복제하지 않기 위해서다.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1783080"/>
            <a:ext cx="5532120" cy="1920240"/>
          </a:xfrm>
          <a:prstGeom prst="roundRect">
            <a:avLst>
              <a:gd name="adj" fmla="val 3810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20840" y="203911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직접 넣기 + 피드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20840" y="253288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스크래핑은 하지 않는다. 캘린더 피드나 CSV만 가져온다.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886200"/>
            <a:ext cx="5532120" cy="1920240"/>
          </a:xfrm>
          <a:prstGeom prst="roundRect">
            <a:avLst>
              <a:gd name="adj" fmla="val 3810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41422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완료하면 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463600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남은 마감이 0이면, 아이캠퍼스에 안 들어가도 된다고 말한다.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0" y="3886200"/>
            <a:ext cx="5532120" cy="1920240"/>
          </a:xfrm>
          <a:prstGeom prst="roundRect">
            <a:avLst>
              <a:gd name="adj" fmla="val 3810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20840" y="4142232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링크를 보낸다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20840" y="4636008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대신 share_click. 같은 과 친구가 이 화면을 쓰는지가 지표다.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오늘마감  ·  oneulmagam.vercel.app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B4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6  ·  KPI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설문하지 않는다. 행동을 센다.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74520"/>
            <a:ext cx="2414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0건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04672" y="3108960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 마감 놓침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20440" y="155448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85032" y="1874520"/>
            <a:ext cx="2414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주 2회 이하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85032" y="3108960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아이캠퍼스 접속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0" y="155448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65392" y="1874520"/>
            <a:ext cx="2414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today_cleared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65392" y="3108960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아침 확인 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오늘을 비움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281160" y="1554480"/>
            <a:ext cx="2743200" cy="3063240"/>
          </a:xfrm>
          <a:prstGeom prst="roundRect">
            <a:avLst>
              <a:gd name="adj" fmla="val 2667"/>
            </a:avLst>
          </a:prstGeom>
          <a:solidFill>
            <a:srgbClr val="FFFCF6"/>
          </a:solidFill>
          <a:ln/>
          <a:effectLst>
            <a:outerShdw sx="100000" sy="100000" kx="0" ky="0" algn="bl" rotWithShape="0" blurRad="127000" dist="38100" dir="8100000">
              <a:srgbClr val="1B1814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445752" y="1874520"/>
            <a:ext cx="241401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445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share_click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445752" y="3108960"/>
            <a:ext cx="24140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링크를 복사해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B18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보낸 횟수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4800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기록: Supabase kpi_events  ·  사이트 KPI 내려받기  ·  오늘마감_KPI.xlsx  ·  GA 실시간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647395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오늘마감  ·  oneulmagam.vercel.app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42416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F67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필수 7  ·  반복과 결과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번 만들고 끝내지 않았다.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280160" y="15544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가설을 나눴다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0" y="15544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알림과 한눈에 보기를 한 문장에 넣지 않았다. 화면만 먼저 검증한다.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26060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가져오기를 바꿨다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60604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비밀번호 스크래핑 대신 공식 캘린더 피드와 CSV만 받는다.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측정부터 붙였다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0" y="3657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설문 대신 visit, today_cleared, share_click을 쌓는다.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7091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B8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80160" y="4709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8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다음 바퀴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70916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D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일주일 일지를 채운 뒤에야 알림을 붙일지 결정한다.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오늘마감 기말 영상 초안</dc:title>
  <dc:subject>CHS7006 · 필수 항목 8장</dc:subject>
  <dc:creator>이재훈</dc:creator>
  <cp:lastModifiedBy>이재훈</cp:lastModifiedBy>
  <cp:revision>1</cp:revision>
  <dcterms:created xsi:type="dcterms:W3CDTF">2026-08-16T23:27:30Z</dcterms:created>
  <dcterms:modified xsi:type="dcterms:W3CDTF">2026-08-16T23:27:30Z</dcterms:modified>
</cp:coreProperties>
</file>